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2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on the replicate-to-replicate ControlNet + Stable Diffusion augmenter. Covers 5 experiments plus the reproducible pipeline. Full written detail in RESULTS_DEEP_DIVE.md.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spatially conditioned on the input colony via ControlNet. In-distribution, generated replicates sit ~1.3-1.4x as far (LPIPS) from real replicates as real replicates are from each other — nearly as realistic as real, and diverse.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Metric: realism_vs_sibling (LPIPS generated-to-real) divided by baseline_real_vs_real (LPIPS real-to-real). 1.0x = as realistic as real. OOD baseline = 2.5x; FID 359.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Experiments 1-3 target the OOD failure directly. Experiments 4-5 test the harder, more valuable question: does synthetic data actually improve downstream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 for Kinshuk: this is ADAPTATION, not zero-shot — tested on held-out data of the same species it was fine-tuned on. True zero-shot is still open. FID is noisy on small test sets; we lean on realism/baseline. The lr5e-6 freezing run reproduced exactly across two independent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scale knob is classifier-free guidance, which mostly changes sharpness here (empty prompts). The knob that governs input-adherence is control strength — turning it up makes OOD worse. Default (scale 9, strength 1) is already optimal in-domain.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SSIM 0.392 / LPIPS 0.378. B: SSIM 0.195 / LPIPS 0.490. The synthetic replicates were diverse but all paired to one simulation, so the model learned one-sim-to-many-colonies noise and reverted to a generic prior. A correspondence-preserving injection could behave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inputs here (scattered multi-colony dishes) are out-of-distribution for the augmenter, so it hallucinated its prior. 'Stopped', not 'impossible' — a fine-tuned augmenter might preserve locations. The pre-flight visual gate is a reusable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Out-of-distribution — whether a new species or a new spatial layout — the model imposes its trained branching prior and ignores the input. That single mechanism explains every negative result. The fix is adaptation.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code + results are committed to the branch sa603/experiment-tracking-and-sweeps. A full written deep-dive (RESULTS_DEEP_DIVE.md) accompanies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LAB  ·  DATA-AUGMENTATION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augmenter for bacterial-colony replicates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update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3520440"/>
            <a:ext cx="5577840" cy="1901952"/>
          </a:xfrm>
          <a:prstGeom prst="roundRect">
            <a:avLst>
              <a:gd name="adj" fmla="val 240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arthak/Downloads/You Lab Research/model_results/deck_assets/fig_synt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3566160"/>
            <a:ext cx="5486400" cy="1810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In-distribution: synthetic colony replicates generated by the augmenter — realistic and varied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46520" y="388620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out-of-distribution generation — and testing whether the synthetic data helps downstream models.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 ·  progress update  ·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augmenter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ControlNet + Stable Diffusion model. Input: one experimental colony image. Output: new, plausible synthetic replicates of the same colony.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beat experimental data scarcity — turn a few real images into many realistic ones.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was trained from scratch (~3 days, 375k steps) on P. aeruginosa branching-colony data.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 it works well: outputs are realistic and diverse (not mode-collapsed).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46520" y="2331720"/>
            <a:ext cx="5212080" cy="1783080"/>
          </a:xfrm>
          <a:prstGeom prst="roundRect">
            <a:avLst>
              <a:gd name="adj" fmla="val 256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Users/sarthak/Downloads/You Lab Research/model_results/deck_assets/fig_synt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92240" y="2377440"/>
            <a:ext cx="5120640" cy="1691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colony replicates generated in-distribution — realistic and varied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THE STARTING 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fails on a new species (out-of-distribution)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926080" cy="1280160"/>
          </a:xfrm>
          <a:prstGeom prst="roundRect">
            <a:avLst>
              <a:gd name="adj" fmla="val 428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211226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157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worse than real replicate variation (OOD)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33101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1.0× — as far apart as real replicates are.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species never seen in training (a 2-species fluorescence co-culture), the model ignores the input.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strips the fluorescence and paints its trained grayscale branching pattern instead.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out-of-distribution failure is the central problem we set out to fix.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737360"/>
            <a:ext cx="5120640" cy="3959352"/>
          </a:xfrm>
          <a:prstGeom prst="roundRect">
            <a:avLst>
              <a:gd name="adj" fmla="val 1155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Users/sarthak/Downloads/You Lab Research/model_results/deck_assets/fig_proble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7960" y="1783080"/>
            <a:ext cx="5029200" cy="3867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37960" y="5760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seeing: the model ignores the fluorescent input and paints its trained grayscale branches.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experiments on a reproducible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98448" y="1746504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8448" y="208483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model to the new species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98448" y="258775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freezing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98448" y="29260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early layers during fine-tuning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475488" cy="475488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4655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98448" y="34290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sweep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98448" y="376732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sampling knobs (guidance scale, control strength)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475488" cy="475488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3068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98448" y="427024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utility: sim→exp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98448" y="4608576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synthetic data help the predictor?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475488" cy="475488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5148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98448" y="5111496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utility: exp→seed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98448" y="5449824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task; correspondence-preserving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6007608"/>
            <a:ext cx="10881360" cy="640080"/>
          </a:xfrm>
          <a:prstGeom prst="roundRect">
            <a:avLst>
              <a:gd name="adj" fmla="val 7143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600760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— reproducible pipeline:  </a:t>
            </a:r>
            <a:r>
              <a:rPr lang="en-US" sz="13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seeds, per-run manifests, Weights &amp; Biases tracking, and disk fixes so every run is logged and repeatable.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 ·  THE KEY POSITIVE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fixes the OOD failure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202082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 → 85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24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on the new species (lower = better)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32186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Fréchet distance between generated and real image sets.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39312" y="2020824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 → 1.16×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2624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vs real-replicate baseline (1.0× = ideal)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39312" y="321868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indistinguishable from real replicate variation.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the new species restores faithful generation, correct fluorescence, right structure, diversity intact.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freezing helps (Kinshuk's suggestion): freezing early layers beat full fine-tuning (FID 89.6 vs 98.8) and adapted more stably, reproduced exactly across seeds.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2240280"/>
            <a:ext cx="5394960" cy="3136392"/>
          </a:xfrm>
          <a:prstGeom prst="roundRect">
            <a:avLst>
              <a:gd name="adj" fmla="val 1458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/Users/sarthak/Downloads/You Lab Research/model_results/deck_assets/fig_finetu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2286000"/>
            <a:ext cx="5303520" cy="30449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09360" y="54132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seeing: after fine-tuning, outputs match the real target's fluorescence and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 ·  INFERENCE TUNING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lever actually fixes OOD?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1280160"/>
          </a:xfrm>
          <a:prstGeom prst="roundRect">
            <a:avLst>
              <a:gd name="adj" fmla="val 428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234086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2.54×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944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no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79976" y="2194560"/>
            <a:ext cx="3429000" cy="1280160"/>
          </a:xfrm>
          <a:prstGeom prst="roundRect">
            <a:avLst>
              <a:gd name="adj" fmla="val 428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36008" y="234086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2.5×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54296" y="2944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tuning (scale + strength) — no help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19872" y="2194560"/>
            <a:ext cx="3429000" cy="1280160"/>
          </a:xfrm>
          <a:prstGeom prst="roundRect">
            <a:avLst>
              <a:gd name="adj" fmla="val 428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75904" y="234086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1.16×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94192" y="29443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— fixes 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realism ÷ real-replicate baseline   (1.0× = as realistic as real; lower is better)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swept the guidance scale (9 → 15.1) and control strength across 9 configurations — none fixed OOD.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control strength made OOD worse (it amplifies the wrong trained prior); raising scale barely moved it and hurt in-domain quality.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failure lives in the learned weights, not the sampling knobs — so fine-tuning is the lever, not inference settings.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 ·  DOWNSTREAM UTILITY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synthetic augmentation hurt the predictor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743200" cy="1280160"/>
          </a:xfrm>
          <a:prstGeom prst="roundRect">
            <a:avLst>
              <a:gd name="adj" fmla="val 428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21122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 → 0.20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7157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accuracy (SSIM): real-only → real+synthetic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33101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synthetic data made the predictor worse.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train the lab's sim→exp predictor on real-only vs real+synthetic; evaluate on real held-out data.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synthetic data halved accuracy — it collapsed to a generic radial pattern.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(a design flaw we own): pairing diverse replicates with a single simulation broke the input↔output correspondence.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naive injection hurts — not that synthetic data can't help this task.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303520" cy="3081528"/>
          </a:xfrm>
          <a:prstGeom prst="roundRect">
            <a:avLst>
              <a:gd name="adj" fmla="val 1484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Users/sarthak/Downloads/You Lab Research/model_results/deck_assets/fig_downstre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2011680"/>
            <a:ext cx="5212080" cy="29900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093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seeing: adding synthetic data pushed predictions toward a generic radial pattern — worse.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  ·  DOWNSTREAM UTILITY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task: stopped at a pre-flight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exp→seed inverse task is a better fit: many replicates legitimately map to one seed (correspondence-preserving).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requires the augmenter to PRESERVE colony locations in its replicates.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doesn't: on these inputs it again imposed a generic radial branch — locations not preserved.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stopped before training, saving ~a day of compute. (The lab's exp→seed model is already trained on synthetic data.)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0" y="1828800"/>
            <a:ext cx="5029200" cy="3886200"/>
          </a:xfrm>
          <a:prstGeom prst="roundRect">
            <a:avLst>
              <a:gd name="adj" fmla="val 117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Users/sarthak/Downloads/You Lab Research/model_results/deck_assets/fig_ga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0" y="1874520"/>
            <a:ext cx="4937760" cy="3794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57790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seeing: a valid replicate must keep the colony layout — but ours redraw it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augmenter is faithful only in-distribution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164592" cy="164592"/>
          </a:xfrm>
          <a:prstGeom prst="ellipse">
            <a:avLst/>
          </a:prstGeom>
          <a:solidFill>
            <a:srgbClr val="86E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34440" y="196596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 replicates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0" y="1965960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Faithful, realistic, diverse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907792"/>
            <a:ext cx="164592" cy="164592"/>
          </a:xfrm>
          <a:prstGeom prst="ellipse">
            <a:avLst/>
          </a:prstGeom>
          <a:solidFill>
            <a:srgbClr val="86E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679192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species (out-of-distribution)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0" y="2679192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Imposes branching prior → fine-tuning fixes 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3621024"/>
            <a:ext cx="164592" cy="164592"/>
          </a:xfrm>
          <a:prstGeom prst="ellipse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4440" y="3392424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Inference-parameter tuning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0" y="3392424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knob fixes OOD (strength makes it worse)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05656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334256"/>
            <a:ext cx="164592" cy="164592"/>
          </a:xfrm>
          <a:prstGeom prst="ellipse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4440" y="4105656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sim→exp augmentation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0" y="4105656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injection breaks correspondence → hurts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818888"/>
            <a:ext cx="10881360" cy="621792"/>
          </a:xfrm>
          <a:prstGeom prst="roundRect">
            <a:avLst>
              <a:gd name="adj" fmla="val 7353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" y="5047488"/>
            <a:ext cx="164592" cy="164592"/>
          </a:xfrm>
          <a:prstGeom prst="ellipse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34440" y="4818888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exp→seed augmentation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0" y="4818888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preserve layout on OOD inputs → gated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450" i="1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a plug-in downstream augmenter — unless first fine-tuned to the target distribution (which works).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Fine-tune-then-augment: adapt the augmenter to the downstream domain first, then re-test utility.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downstream injection to preserve input↔output correspondence.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(SD3 / FLUX): a stronger backbone, but not a targeted OOD fix — a later pilot, not now.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the lab-wide disk issue (youlab group is 99% full).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73736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you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468880"/>
            <a:ext cx="4800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efficient adaptation to a new species a satisfying result, or is the bar zero-shot / proven downstream utility?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a correspondence-preserving downstream redesign, or fine-tune-then-augment first?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appetite for the SD3 flow-matching pilot?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we handle the shared-disk situation?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1415</Words>
  <Application>Microsoft Macintosh PowerPoint</Application>
  <PresentationFormat>Widescreen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Sarthak Agrawal</cp:lastModifiedBy>
  <cp:revision>2</cp:revision>
  <dcterms:created xsi:type="dcterms:W3CDTF">2026-08-27T21:20:28Z</dcterms:created>
  <dcterms:modified xsi:type="dcterms:W3CDTF">2026-08-27T21:26:54Z</dcterms:modified>
</cp:coreProperties>
</file>