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— results update (adaptation + downstream)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074152" y="338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 · September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improves realism (CMMD) on all 6 datasets</a:t>
            </a:r>
            <a:endParaRPr lang="en-US" sz="1250" dirty="0"/>
          </a:p>
        </p:txBody>
      </p:sp>
      <p:pic>
        <p:nvPicPr>
          <p:cNvPr id="5" name="Image 0" descr="/Users/sarthak/Downloads/You Lab Research/dcc_setup/model_results/fig_cmmd_generalist_3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516" y="1261872"/>
            <a:ext cx="4093769" cy="2212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91072" y="8961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a new dataset with ~100 image pairs</a:t>
            </a:r>
            <a:endParaRPr lang="en-US" sz="1250" dirty="0"/>
          </a:p>
        </p:txBody>
      </p:sp>
      <p:pic>
        <p:nvPicPr>
          <p:cNvPr id="7" name="Image 1" descr="/Users/sarthak/Downloads/You Lab Research/dcc_setup/model_results/fig_adapt_curve_ratt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998" y="1261872"/>
            <a:ext cx="3463107" cy="22128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3611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improves the aTc/IPTG readout</a:t>
            </a:r>
            <a:endParaRPr lang="en-US" sz="1250" dirty="0"/>
          </a:p>
        </p:txBody>
      </p:sp>
      <p:pic>
        <p:nvPicPr>
          <p:cNvPr id="9" name="Image 2" descr="/Users/sarthak/Downloads/You Lab Research/dcc_setup/model_results/fig_downstream_v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13" y="3977640"/>
            <a:ext cx="5162574" cy="22128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91072" y="3611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replicate vs its nearest real (copy_rate = 0)</a:t>
            </a:r>
            <a:endParaRPr lang="en-US" sz="1250" dirty="0"/>
          </a:p>
        </p:txBody>
      </p:sp>
      <p:pic>
        <p:nvPicPr>
          <p:cNvPr id="11" name="Image 3" descr="/Users/sarthak/Downloads/You Lab Research/dcc_setup/model_results/fig_nn_mont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936" y="3977640"/>
            <a:ext cx="3381232" cy="22128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63825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&amp; novel on your CMMD (copy_rate 0)</a:t>
            </a:r>
            <a:pPr algn="ctr"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adapts with ~100 pairs   ·   improves the sensing readout (rescues IPTG when scarce)   ·   classical rotation competitive on this rotation-friendly task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2026-09-14T07:22:28Z</dcterms:created>
  <dcterms:modified xsi:type="dcterms:W3CDTF">2026-09-14T07:22:28Z</dcterms:modified>
</cp:coreProperties>
</file>