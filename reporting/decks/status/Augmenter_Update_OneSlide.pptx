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9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Augmenter — results at a glance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8074152" y="338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· September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closes the OOD gap — 3 domains</a:t>
            </a:r>
            <a:endParaRPr lang="en-US" sz="1350" dirty="0"/>
          </a:p>
        </p:txBody>
      </p:sp>
      <p:pic>
        <p:nvPicPr>
          <p:cNvPr id="5" name="Image 0" descr="/Users/sarthak/Downloads/You Lab Research/dcc_setup/model_results/fig_finetune_le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991" y="1261872"/>
            <a:ext cx="3688818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1072" y="89611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fails; fine-tune reproduces the pattern</a:t>
            </a:r>
            <a:endParaRPr lang="en-US" sz="1350" dirty="0"/>
          </a:p>
        </p:txBody>
      </p:sp>
      <p:pic>
        <p:nvPicPr>
          <p:cNvPr id="7" name="Image 1" descr="/Users/sarthak/Downloads/You Lab Research/dcc_setup/model_results/multiplexed_ft_montage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649" y="1261872"/>
            <a:ext cx="3927805" cy="22128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a real task only at extreme scarcity (K=1)</a:t>
            </a:r>
            <a:endParaRPr lang="en-US" sz="1350" dirty="0"/>
          </a:p>
        </p:txBody>
      </p:sp>
      <p:pic>
        <p:nvPicPr>
          <p:cNvPr id="9" name="Image 2" descr="/Users/sarthak/Downloads/You Lab Research/dcc_setup/model_results/downstream_util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636" y="3977640"/>
            <a:ext cx="3363529" cy="22128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1072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is the generator, not the VAE</a:t>
            </a:r>
            <a:endParaRPr lang="en-US" sz="1350" dirty="0"/>
          </a:p>
        </p:txBody>
      </p:sp>
      <p:pic>
        <p:nvPicPr>
          <p:cNvPr id="11" name="Image 3" descr="/Users/sarthak/Downloads/You Lab Research/dcc_setup/model_results/fig_vae_diagnost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758" y="3977640"/>
            <a:ext cx="3821588" cy="22128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3825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ctr" indent="0" marL="0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any domain · data solved (400 GB internal) · downstream value gated by generator realism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2026-09-08T12:36:30Z</dcterms:created>
  <dcterms:modified xsi:type="dcterms:W3CDTF">2026-09-08T12:36:31Z</dcterms:modified>
</cp:coreProperties>
</file>