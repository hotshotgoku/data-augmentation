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117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LAB  ·  DATA-AUGMENTATION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augmenter for bacterial-colony replicates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E9EAEC"/>
                </a:solidFill>
                <a:latin typeface="Calibri" pitchFamily="34" charset="0"/>
                <a:cs typeface="Calibri" pitchFamily="34" charset="-120"/>
              </a:rPr>
              <a:t>Progress Update</a:t>
            </a:r>
            <a:endParaRPr lang="en-US" sz="3800" dirty="0"/>
          </a:p>
        </p:txBody>
      </p:sp>
      <p:pic>
        <p:nvPicPr>
          <p:cNvPr id="5" name="Image 0" descr="/Users/sarthak/Downloads/You Lab Research/model_results/eval_grids/0000300_samples_cfg_scale_9.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67000"/>
            <a:ext cx="5120640" cy="1024128"/>
          </a:xfrm>
          <a:prstGeom prst="rect">
            <a:avLst/>
          </a:prstGeom>
        </p:spPr>
      </p:pic>
      <p:pic>
        <p:nvPicPr>
          <p:cNvPr id="6" name="Image 1" descr="/Users/sarthak/Downloads/You Lab Research/model_results/eval_grids/0375600_samples_cfg_scale_9.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667000"/>
            <a:ext cx="5120640" cy="10241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3718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training — noise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09360" y="3718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— realistic P. aeruginosa branching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431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from scratch — 3 days, 375k steps → it learned the distribution.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  ·  progress update  ·  Aug 24,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within its training domain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colonies it generates plausible new replicates; varied, not memorized.</a:t>
            </a:r>
            <a:endParaRPr lang="en-US" sz="1500" dirty="0"/>
          </a:p>
        </p:txBody>
      </p:sp>
      <p:pic>
        <p:nvPicPr>
          <p:cNvPr id="5" name="Image 0" descr="/Users/sarthak/Downloads/You Lab Research/model_results/refs_png/196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60" y="2148840"/>
            <a:ext cx="2148840" cy="2148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80260" y="4352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source (input)</a:t>
            </a:r>
            <a:endParaRPr lang="en-US" sz="1100" dirty="0"/>
          </a:p>
        </p:txBody>
      </p:sp>
      <p:pic>
        <p:nvPicPr>
          <p:cNvPr id="7" name="Image 1" descr="/Users/sarthak/Downloads/You Lab Research/model_results/inference/v2026816_1029_REPTOREP/19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2148840"/>
            <a:ext cx="2148840" cy="2148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77740" y="4352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replicate</a:t>
            </a:r>
            <a:endParaRPr lang="en-US" sz="1100" dirty="0"/>
          </a:p>
        </p:txBody>
      </p:sp>
      <p:pic>
        <p:nvPicPr>
          <p:cNvPr id="9" name="Image 2" descr="/Users/sarthak/Downloads/You Lab Research/model_results/refs_png/196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20" y="2148840"/>
            <a:ext cx="2148840" cy="2148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75220" y="4352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sibling (truth)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40080" y="4937760"/>
            <a:ext cx="3383280" cy="1051560"/>
          </a:xfrm>
          <a:prstGeom prst="roundRect">
            <a:avLst>
              <a:gd name="adj" fmla="val 6087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7"/>
          <p:cNvSpPr/>
          <p:nvPr/>
        </p:nvSpPr>
        <p:spPr>
          <a:xfrm>
            <a:off x="841248" y="505663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2500" dirty="0"/>
          </a:p>
        </p:txBody>
      </p:sp>
      <p:sp>
        <p:nvSpPr>
          <p:cNvPr id="13" name="Text 8"/>
          <p:cNvSpPr/>
          <p:nvPr/>
        </p:nvSpPr>
        <p:spPr>
          <a:xfrm>
            <a:off x="841248" y="5504688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vs real replicate (LPIPS)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389120" y="4937760"/>
            <a:ext cx="3383280" cy="1051560"/>
          </a:xfrm>
          <a:prstGeom prst="roundRect">
            <a:avLst>
              <a:gd name="adj" fmla="val 6087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4590288" y="505663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2500" dirty="0"/>
          </a:p>
        </p:txBody>
      </p:sp>
      <p:sp>
        <p:nvSpPr>
          <p:cNvPr id="16" name="Text 11"/>
          <p:cNvSpPr/>
          <p:nvPr/>
        </p:nvSpPr>
        <p:spPr>
          <a:xfrm>
            <a:off x="4590288" y="5504688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real-vs-real baseline → only ~1.3× apart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38160" y="4937760"/>
            <a:ext cx="3383280" cy="1051560"/>
          </a:xfrm>
          <a:prstGeom prst="roundRect">
            <a:avLst>
              <a:gd name="adj" fmla="val 6087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8339328" y="505663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2500" dirty="0"/>
          </a:p>
        </p:txBody>
      </p:sp>
      <p:sp>
        <p:nvSpPr>
          <p:cNvPr id="19" name="Text 14"/>
          <p:cNvSpPr/>
          <p:nvPr/>
        </p:nvSpPr>
        <p:spPr>
          <a:xfrm>
            <a:off x="8339328" y="5504688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diversity — not mode-collapsed</a:t>
            </a:r>
            <a:endParaRPr lang="en-US" sz="1150" dirty="0"/>
          </a:p>
        </p:txBody>
      </p:sp>
      <p:sp>
        <p:nvSpPr>
          <p:cNvPr id="20" name="TextBox 19"/>
          <p:cNvSpPr txBox="1"/>
          <p:nvPr/>
        </p:nvSpPr>
        <p:spPr>
          <a:xfrm>
            <a:off x="841248" y="6053328"/>
            <a:ext cx="298094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i="1">
                <a:solidFill>
                  <a:srgbClr val="9AA0A6"/>
                </a:solidFill>
                <a:latin typeface="Calibri"/>
              </a:rPr>
              <a:t>Mean LPIPS (a learned perceptual image distance) from each generated image to the other real replicates of that colony.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6053328"/>
            <a:ext cx="298094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i="1" dirty="0">
                <a:solidFill>
                  <a:srgbClr val="9AA0A6"/>
                </a:solidFill>
                <a:latin typeface="Calibri"/>
              </a:rPr>
              <a:t>The same LPIPS, but measured between two real replicates</a:t>
            </a:r>
            <a:r>
              <a:rPr lang="en-US" sz="900" i="1" dirty="0">
                <a:solidFill>
                  <a:srgbClr val="9AA0A6"/>
                </a:solidFill>
                <a:latin typeface="Calibri"/>
              </a:rPr>
              <a:t>:</a:t>
            </a:r>
          </a:p>
          <a:p>
            <a:pPr algn="l"/>
            <a:r>
              <a:rPr sz="900" i="1" dirty="0">
                <a:solidFill>
                  <a:srgbClr val="9AA0A6"/>
                </a:solidFill>
                <a:latin typeface="Calibri"/>
              </a:rPr>
              <a:t> how much real ones naturally differ (the yardstick).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6053328"/>
            <a:ext cx="298094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i="1">
                <a:solidFill>
                  <a:srgbClr val="9AA0A6"/>
                </a:solidFill>
                <a:latin typeface="Calibri"/>
              </a:rPr>
              <a:t>Mean LPIPS between the model's two generated outputs for a single input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 ·  THE KEY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fails on a new species (out-of-distribution)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ignores the input and imposes its trained branching. Here, it skips the fluorescence and hallucinates tendrils.</a:t>
            </a:r>
            <a:endParaRPr lang="en-US" sz="1500" dirty="0"/>
          </a:p>
        </p:txBody>
      </p:sp>
      <p:pic>
        <p:nvPicPr>
          <p:cNvPr id="5" name="Image 0" descr="/Users/sarthak/Downloads/You Lab Research/model_results/ood/refs_png/1-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60" y="2148840"/>
            <a:ext cx="2148840" cy="2148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80260" y="4352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source — 2-species co-culture</a:t>
            </a:r>
            <a:endParaRPr lang="en-US" sz="1100" dirty="0"/>
          </a:p>
        </p:txBody>
      </p:sp>
      <p:pic>
        <p:nvPicPr>
          <p:cNvPr id="7" name="Image 1" descr="/Users/sarthak/Downloads/You Lab Research/model_results/ood/gen/1-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2148840"/>
            <a:ext cx="2148840" cy="2148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77740" y="4352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— wrong</a:t>
            </a:r>
            <a:endParaRPr lang="en-US" sz="1100" dirty="0"/>
          </a:p>
        </p:txBody>
      </p:sp>
      <p:pic>
        <p:nvPicPr>
          <p:cNvPr id="9" name="Image 2" descr="/Users/sarthak/Downloads/You Lab Research/model_results/ood/refs_png/1-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20" y="2148840"/>
            <a:ext cx="2148840" cy="2148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75220" y="4352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sibling (truth)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194560" y="4937760"/>
            <a:ext cx="3657600" cy="1051560"/>
          </a:xfrm>
          <a:prstGeom prst="roundRect">
            <a:avLst>
              <a:gd name="adj" fmla="val 6087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7"/>
          <p:cNvSpPr/>
          <p:nvPr/>
        </p:nvSpPr>
        <p:spPr>
          <a:xfrm>
            <a:off x="2395728" y="505663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→ 346</a:t>
            </a:r>
            <a:endParaRPr lang="en-US" sz="2500" dirty="0"/>
          </a:p>
        </p:txBody>
      </p:sp>
      <p:sp>
        <p:nvSpPr>
          <p:cNvPr id="13" name="Text 8"/>
          <p:cNvSpPr/>
          <p:nvPr/>
        </p:nvSpPr>
        <p:spPr>
          <a:xfrm>
            <a:off x="2395728" y="550468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(realism) — 4.7× worse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309360" y="4937760"/>
            <a:ext cx="3657600" cy="1051560"/>
          </a:xfrm>
          <a:prstGeom prst="roundRect">
            <a:avLst>
              <a:gd name="adj" fmla="val 6087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6510528" y="505663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1.3× → 2.3×</a:t>
            </a:r>
            <a:endParaRPr lang="en-US" sz="2500" dirty="0"/>
          </a:p>
        </p:txBody>
      </p:sp>
      <p:sp>
        <p:nvSpPr>
          <p:cNvPr id="16" name="Text 11"/>
          <p:cNvSpPr/>
          <p:nvPr/>
        </p:nvSpPr>
        <p:spPr>
          <a:xfrm>
            <a:off x="6510528" y="550468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vs real-replicate baseline</a:t>
            </a:r>
            <a:endParaRPr lang="en-US" sz="1150" dirty="0"/>
          </a:p>
        </p:txBody>
      </p:sp>
      <p:sp>
        <p:nvSpPr>
          <p:cNvPr id="17" name="TextBox 16"/>
          <p:cNvSpPr txBox="1"/>
          <p:nvPr/>
        </p:nvSpPr>
        <p:spPr>
          <a:xfrm>
            <a:off x="2395728" y="6053328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i="1">
                <a:solidFill>
                  <a:srgbClr val="9AA0A6"/>
                </a:solidFill>
                <a:latin typeface="Calibri"/>
              </a:rPr>
              <a:t>FID: distance between the InceptionV3 feature distributions of the generated vs. real image sets.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6053328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i="1">
                <a:solidFill>
                  <a:srgbClr val="9AA0A6"/>
                </a:solidFill>
                <a:latin typeface="Calibri"/>
              </a:rPr>
              <a:t>The realism LPIPS divided by the real-vs-real baseline — how many times farther fakes sit than reals 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· 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the new data to close the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02336" cy="402336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Carved a clean held-out test split (no leakage) to measure improvement honestly.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402336" cy="402336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359152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fine-tune + auto-scoring pipeline; resumes our model, sweeps learning rate.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402336" cy="402336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0723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fine-tune ran: trained all 4 epochs, salvaged 3 checkpoints.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402336" cy="402336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785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score fine-tuned vs baseline → does it close the gap? then sweep LR / epochs.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352</Words>
  <Application>Microsoft Macintosh PowerPoint</Application>
  <PresentationFormat>Widescreen</PresentationFormat>
  <Paragraphs>49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Sarthak Agrawal</cp:lastModifiedBy>
  <cp:revision>5</cp:revision>
  <dcterms:created xsi:type="dcterms:W3CDTF">2026-08-24T10:32:47Z</dcterms:created>
  <dcterms:modified xsi:type="dcterms:W3CDTF">2026-08-24T18:34:46Z</dcterms:modified>
</cp:coreProperties>
</file>