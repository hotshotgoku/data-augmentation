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0C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869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E9EA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Augmenter — metrics update (CMMD + per-sample)</a:t>
            </a:r>
            <a:endParaRPr lang="en-US" sz="2300" dirty="0"/>
          </a:p>
        </p:txBody>
      </p:sp>
      <p:sp>
        <p:nvSpPr>
          <p:cNvPr id="3" name="Text 1"/>
          <p:cNvSpPr/>
          <p:nvPr/>
        </p:nvSpPr>
        <p:spPr>
          <a:xfrm>
            <a:off x="8074152" y="338328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6B70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Sarthak · September 2026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02920" y="896112"/>
            <a:ext cx="5394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86EF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Distribution (CMMD): base 17.9 → fine-tuned 8.0</a:t>
            </a:r>
            <a:endParaRPr lang="en-US" sz="1300" dirty="0"/>
          </a:p>
        </p:txBody>
      </p:sp>
      <p:pic>
        <p:nvPicPr>
          <p:cNvPr id="5" name="Image 0" descr="/Users/sarthak/Downloads/You Lab Research/dcc_setup/model_results/fig_cmmd_mplex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51406" y="1261872"/>
            <a:ext cx="3097987" cy="221284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291072" y="896112"/>
            <a:ext cx="5394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86EF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Individual samples: SSIM ↑, LPIPS ↓ with fine-tuning</a:t>
            </a:r>
            <a:endParaRPr lang="en-US" sz="1300" dirty="0"/>
          </a:p>
        </p:txBody>
      </p:sp>
      <p:pic>
        <p:nvPicPr>
          <p:cNvPr id="7" name="Image 1" descr="/Users/sarthak/Downloads/You Lab Research/dcc_setup/model_results/fig_persampl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84237" y="1261872"/>
            <a:ext cx="3208630" cy="2212848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502920" y="3611880"/>
            <a:ext cx="5394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7DD3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generalist model: better CMMD on all 6 domains</a:t>
            </a:r>
            <a:endParaRPr lang="en-US" sz="1300" dirty="0"/>
          </a:p>
        </p:txBody>
      </p:sp>
      <p:pic>
        <p:nvPicPr>
          <p:cNvPr id="9" name="Image 2" descr="/Users/sarthak/Downloads/You Lab Research/dcc_setup/model_results/fig_cmmd_generalist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53516" y="3977640"/>
            <a:ext cx="4093769" cy="2212848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6291072" y="3611880"/>
            <a:ext cx="5394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86EF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generated replicate vs its nearest real sample</a:t>
            </a:r>
            <a:endParaRPr lang="en-US" sz="1300" dirty="0"/>
          </a:p>
        </p:txBody>
      </p:sp>
      <p:pic>
        <p:nvPicPr>
          <p:cNvPr id="11" name="Image 3" descr="/Users/sarthak/Downloads/You Lab Research/dcc_setup/model_results/fig_nn_montag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97936" y="3977640"/>
            <a:ext cx="3381232" cy="2212848"/>
          </a:xfrm>
          <a:prstGeom prst="rect">
            <a:avLst/>
          </a:prstGeom>
        </p:spPr>
      </p:pic>
      <p:sp>
        <p:nvSpPr>
          <p:cNvPr id="12" name="Text 6"/>
          <p:cNvSpPr/>
          <p:nvPr/>
        </p:nvSpPr>
        <p:spPr>
          <a:xfrm>
            <a:off x="457200" y="6382512"/>
            <a:ext cx="11274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86EF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copy_rate = 0.0 across all 60 runs</a:t>
            </a:r>
            <a:pPr algn="ctr" indent="0" marL="0">
              <a:buNone/>
            </a:pPr>
            <a:r>
              <a:rPr lang="en-US" sz="1200" dirty="0">
                <a:solidFill>
                  <a:srgbClr val="9AA0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(novel, not memorized)   ·   CMMD corroborates LPIPS and is stable where FID isn't   ·   Flux ControlNet runs on our A5000 (feasible next backbone)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2026-09-10T18:28:17Z</dcterms:created>
  <dcterms:modified xsi:type="dcterms:W3CDTF">2026-09-10T18:28:17Z</dcterms:modified>
</cp:coreProperties>
</file>