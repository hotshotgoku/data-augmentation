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covering everything since the last review: the fine-tune lever confirmed on 3 domains, a generalist model, a large internal data find, an honest downstream-utility result, and why the SD1.5 realism ceiling is generative (not the VAE).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488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REPLICATE-TO-REPLICATE AUGMENTER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56032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Update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synthetic bacterial-colony replicates beat experimental data scarcity?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Agrawal</a:t>
            </a:r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for Kinshuk    ·   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augmenter stands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0824"/>
            <a:ext cx="155448" cy="155448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1810512"/>
            <a:ext cx="1022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adapts it to ANY 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1288" y="2112264"/>
            <a:ext cx="10222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out-of-distribution gap on all three tested domains (2-species 2.5→1.2×, multiplexed 3.0→1.5×, Rattray 2.2→1.7×).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35224"/>
            <a:ext cx="155448" cy="155448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1161288" y="2724912"/>
            <a:ext cx="1022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 is solved — internally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3026664"/>
            <a:ext cx="10222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 GB of on-target colony replicate data found on the cluster; 4,500+ ready replicate pairs. No outreach needed.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49624"/>
            <a:ext cx="155448" cy="155448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" y="3639312"/>
            <a:ext cx="1022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generalist model transfers across domains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3941064"/>
            <a:ext cx="10222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base on 4 of 6 domains and fixes mode-collapse everywhere — a strong universal default.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764024"/>
            <a:ext cx="155448" cy="155448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1161288" y="4553712"/>
            <a:ext cx="1022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usefulness is realism-gated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" y="4855464"/>
            <a:ext cx="10222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replicates help a real task only under extreme scarcity (1 real/condition); classical augmentation matches them beyond that.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3492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78424"/>
            <a:ext cx="155448" cy="155448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1161288" y="5468112"/>
            <a:ext cx="10222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realism ceiling is generative, not the VAE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61288" y="5769864"/>
            <a:ext cx="10222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diagnostic refuted the flow-matching rationale (the VAE reconstructs patterns fine) — saving a multi-day build.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method, and the problem it hit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one real replicate image in as a spatial control; a ControlNet + Stable Diffusion model generates NEW, realistic replicates of the same condition — capturing plate-to-plate biological variability, not copying the input.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plate → many training-quality plates.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In-distribution it is faithful — ~1.3× the real replicate-to-replicate variability (≈ideal).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it fails: it ignores the input and paints its trained pattern, at 2.5–3.0× (far from real).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that OOD gap is the whole project.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THE CORE LEVER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closes the OOD gap — on every domain</a:t>
            </a:r>
            <a:endParaRPr lang="en-US" sz="2900" dirty="0"/>
          </a:p>
        </p:txBody>
      </p:sp>
      <p:pic>
        <p:nvPicPr>
          <p:cNvPr id="4" name="Image 0" descr="/Users/sarthak/Downloads/You Lab Research/dcc_setup/model_results/fig_finetune_le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720840" cy="40316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783080"/>
            <a:ext cx="4251960" cy="3977640"/>
          </a:xfrm>
          <a:prstGeom prst="roundRect">
            <a:avLst>
              <a:gd name="adj" fmla="val 1609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26680" y="23774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epochs of fine-tuning on target data moves realism from 2.2–3.0× toward the ideal 1.0×.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 3 independent domains — the recipe is robust and predictable.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Inference-only knobs (guidance, control strength) cannot do this; fine-tuning is required.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scales with domain distance: 2-species (biggest shift) improves most.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Multiplexed sensing: base fails, fine-tune reproduces it</a:t>
            </a:r>
            <a:endParaRPr lang="en-US" sz="2900" dirty="0"/>
          </a:p>
        </p:txBody>
      </p:sp>
      <p:pic>
        <p:nvPicPr>
          <p:cNvPr id="4" name="Image 0" descr="/Users/sarthak/Downloads/You Lab Research/dcc_setup/model_results/multiplexed_f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120640" cy="47151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645920"/>
            <a:ext cx="5897880" cy="4617720"/>
          </a:xfrm>
          <a:prstGeom prst="roundRect">
            <a:avLst>
              <a:gd name="adj" fmla="val 1386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panel (left → right)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0" y="228600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real input replicate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washed grayscale dish (ignores the input)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2sp-ft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wrong pattern (green radial ‘bursts’)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mplex-ft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correct sparse red-dot pattern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sibling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held-out real replicate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4892040"/>
            <a:ext cx="5257800" cy="1051560"/>
          </a:xfrm>
          <a:prstGeom prst="roundRect">
            <a:avLst>
              <a:gd name="adj" fmla="val 6087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2.96× → 1.52×   ·   FID 314 → 105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multiplexed-fine-tuned model reproduces the right pattern class.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ONE MODEL FOR ALL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generalist: positive cross-domain transfer</a:t>
            </a:r>
            <a:endParaRPr lang="en-US" sz="2900" dirty="0"/>
          </a:p>
        </p:txBody>
      </p:sp>
      <p:pic>
        <p:nvPicPr>
          <p:cNvPr id="4" name="Image 0" descr="/Users/sarthak/Downloads/You Lab Research/dcc_setup/model_results/fig_genera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315200" cy="35718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783080"/>
            <a:ext cx="3520440" cy="3931920"/>
          </a:xfrm>
          <a:prstGeom prst="roundRect">
            <a:avLst>
              <a:gd name="adj" fmla="val 1818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six domains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37744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base on 4/6 domains (kl2 2.9→1.8×).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FID ~2× and fixes mode-collapse on all 6 (diversity 0.14→0.26).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internal on-target data — distant datasets (SwarmEvo) did NOT help.</a:t>
            </a:r>
            <a:endParaRPr lang="en-US" sz="11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 specialist still wins per target.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as a strong default and a warm-start base.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THE DATA PROBLEM, SOLVED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399 GB of on-target replicate data — on the cluster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lever from our findings was more target-domain data. It turned out to be internal, needing no outreach: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55848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784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48088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pairs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EmrahPaKp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55848" y="2697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aeruginosa + K. pneumoniae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27848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48088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1,988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11155680" cy="4572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2-species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55848" y="3154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2-species co-culture (cropped)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27848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48088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Final_folder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55848" y="3611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branching replicates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27848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48088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069080"/>
            <a:ext cx="11155680" cy="4572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NL_evolution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55848" y="4069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evolution library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27848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48088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264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Selected_Exps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55848" y="4526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branching experiments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27848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848088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4983480"/>
            <a:ext cx="11155680" cy="457200"/>
          </a:xfrm>
          <a:prstGeom prst="rect">
            <a:avLst/>
          </a:prstGeom>
          <a:solidFill>
            <a:srgbClr val="14161B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multiplexed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55848" y="4983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(already built)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27848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48088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1,932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580644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4,500 internal replicate pairs across 5 experimental domains (+ multiplexed) — exactly the on-target data our findings said was the only thing that helps.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THE HONEST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synthetic data actually help a task?</a:t>
            </a:r>
            <a:endParaRPr lang="en-US" sz="2900" dirty="0"/>
          </a:p>
        </p:txBody>
      </p:sp>
      <p:pic>
        <p:nvPicPr>
          <p:cNvPr id="4" name="Image 0" descr="/Users/sarthak/Downloads/You Lab Research/dcc_setup/model_results/downstream_u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309360" cy="43754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783080"/>
            <a:ext cx="4663440" cy="4206240"/>
          </a:xfrm>
          <a:prstGeom prst="roundRect">
            <a:avLst>
              <a:gd name="adj" fmla="val 1522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Multiplexed input-decoder, data-scarce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0" y="23774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read Row + Column back out of the pattern, trained on K real reps/condition.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WINS only at K=1 — ~2× the gain of classical rotation from a single replicate.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K≥2 the differences are within noise; classical rotation trends best.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downstream tests now, no clear win beyond extreme scarcity.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≠ utility. Usefulness is gated by how good the augmenter 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5 · WHY — AND A BUILD WE AVOIDED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is generative, not the VAE</a:t>
            </a:r>
            <a:endParaRPr lang="en-US" sz="2900" dirty="0"/>
          </a:p>
        </p:txBody>
      </p:sp>
      <p:pic>
        <p:nvPicPr>
          <p:cNvPr id="4" name="Image 0" descr="/Users/sarthak/Downloads/You Lab Research/dcc_setup/model_results/fig_vae_diag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6400800" cy="3706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783080"/>
            <a:ext cx="4572000" cy="4206240"/>
          </a:xfrm>
          <a:prstGeom prst="roundRect">
            <a:avLst>
              <a:gd name="adj" fmla="val 1522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0664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diagnostic before a big build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377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SD1.5's VAE can't represent sparse patterns → try a flow-matching backbone (SD3.5, 16-ch VAE).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even the 4-ch VAE reconstructs at LPIPS 0.02 — ~7× below the 0.14 realism gap.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VAE is NOT the bottleneck; SD3.5's headline advantage wouldn't help.</a:t>
            </a:r>
            <a:endParaRPr lang="en-US" sz="11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also confirmed 1.52× is init-independent — a generation limit.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06640" y="5532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test saved a multi-day SD3.5 build.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02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— and what would help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4297680"/>
          </a:xfrm>
          <a:prstGeom prst="roundRect">
            <a:avLst>
              <a:gd name="adj" fmla="val 1489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augmenter reliably adapts to any domain and makes realistic, diverse replicates.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 longer the blocker — 4,500+ on-target pairs in hand.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downstream value today is real but confined to extreme scarcity (K=1).</a:t>
            </a:r>
            <a:endParaRPr lang="en-US" sz="12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realism higher on SD1.5 is capped by the generator, not the VAE or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297680"/>
          </a:xfrm>
          <a:prstGeom prst="roundRect">
            <a:avLst>
              <a:gd name="adj" fmla="val 1489"/>
            </a:avLst>
          </a:prstGeom>
          <a:solidFill>
            <a:srgbClr val="14161B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help from you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metadata for a strong-augmenter domain (e.g. 2-species) so we can test utility where the augmenter is near-perfect (1.16×).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read: is distributional realism (FID) good enough for the intended use, or is per-replicate fidelity essential?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among the internal datasets — which experiments matter most to augment.</a:t>
            </a:r>
            <a:endParaRPr lang="en-US" sz="12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on a full SD3.5 build to test the flow-matching generator (multi-day, uncertain).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· Project Update · Sept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37392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2026-09-07T23:49:09Z</dcterms:created>
  <dcterms:modified xsi:type="dcterms:W3CDTF">2026-09-07T23:49:09Z</dcterms:modified>
</cp:coreProperties>
</file>