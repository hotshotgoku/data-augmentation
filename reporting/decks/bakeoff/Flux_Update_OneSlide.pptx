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300" b="1">
                <a:solidFill>
                  <a:srgbClr val="E9EAEC"/>
                </a:solidFill>
                <a:latin typeface="Calibri"/>
              </a:rPr>
              <a:t>Flux backbone: beats SD1.5 on image quality AND the downstream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52560" y="21945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"/>
              </a:spcAft>
            </a:pPr>
            <a:r>
              <a:rPr sz="1100" b="0">
                <a:solidFill>
                  <a:srgbClr val="6B7076"/>
                </a:solidFill>
                <a:latin typeface="Calibri"/>
              </a:rPr>
              <a:t>Sarthak · 2026-10-01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61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7DD3FC"/>
                </a:solidFill>
                <a:latin typeface="Calibri"/>
              </a:rPr>
              <a:t>Key result:  </a:t>
            </a:r>
            <a:r>
              <a:rPr sz="1250" b="0">
                <a:solidFill>
                  <a:srgbClr val="9AA0A6"/>
                </a:solidFill>
                <a:latin typeface="Calibri"/>
              </a:rPr>
              <a:t>a fp8 Flux ControlNet augmenter (cn0.65+PG0.6) now beats-or-matches production SD1.5 on realism, CMMD, AND diversity — and is the best augmenter on the downstream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96112"/>
            <a:ext cx="6858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DD3FC"/>
                </a:solidFill>
                <a:latin typeface="Calibri"/>
              </a:rPr>
              <a:t>① Same colony, 4 synthetic replicates each — SD1.5 (washed, alike) vs FLUX (crisp, varied)</a:t>
            </a:r>
          </a:p>
        </p:txBody>
      </p:sp>
      <p:pic>
        <p:nvPicPr>
          <p:cNvPr id="6" name="Picture 5" descr="sd15_vs_flux_sy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040880" cy="2673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896112"/>
            <a:ext cx="6858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DD3FC"/>
                </a:solidFill>
                <a:latin typeface="Calibri"/>
              </a:rPr>
              <a:t>② FLUX beats SD1.5 on all 3 image metrics</a:t>
            </a:r>
          </a:p>
        </p:txBody>
      </p:sp>
      <p:pic>
        <p:nvPicPr>
          <p:cNvPr id="8" name="Picture 7" descr="flux_diversity_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143000"/>
            <a:ext cx="4526280" cy="1810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2999232"/>
            <a:ext cx="45720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9AA0A6"/>
                </a:solidFill>
                <a:latin typeface="Calibri"/>
              </a:rPr>
              <a:t>realism 0.559→</a:t>
            </a:r>
            <a:r>
              <a:rPr sz="1100" b="1">
                <a:solidFill>
                  <a:srgbClr val="86EFAC"/>
                </a:solidFill>
                <a:latin typeface="Calibri"/>
              </a:rPr>
              <a:t>0.524</a:t>
            </a:r>
            <a:r>
              <a:rPr sz="1100" b="0">
                <a:solidFill>
                  <a:srgbClr val="9AA0A6"/>
                </a:solidFill>
                <a:latin typeface="Calibri"/>
              </a:rPr>
              <a:t>   CMMD ~8.8→</a:t>
            </a:r>
            <a:r>
              <a:rPr sz="1100" b="1">
                <a:solidFill>
                  <a:srgbClr val="86EFAC"/>
                </a:solidFill>
                <a:latin typeface="Calibri"/>
              </a:rPr>
              <a:t>8.8</a:t>
            </a:r>
            <a:r>
              <a:rPr sz="1100" b="0">
                <a:solidFill>
                  <a:srgbClr val="9AA0A6"/>
                </a:solidFill>
                <a:latin typeface="Calibri"/>
              </a:rPr>
              <a:t>   div 0.266→</a:t>
            </a:r>
            <a:r>
              <a:rPr sz="1100" b="1">
                <a:solidFill>
                  <a:srgbClr val="86EFAC"/>
                </a:solidFill>
                <a:latin typeface="Calibri"/>
              </a:rPr>
              <a:t>0.270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86EFAC"/>
                </a:solidFill>
                <a:latin typeface="Calibri"/>
              </a:rPr>
              <a:t>= Pareto-dominates SD1.5 (no worse on any axis, clearly better on realism). Diversity lifted 0.22→0.27, inference-only.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913632"/>
            <a:ext cx="6858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DD3FC"/>
                </a:solidFill>
                <a:latin typeface="Calibri"/>
              </a:rPr>
              <a:t>③ DOWNSTREAM (predict colony morphology under scarcity): FLUX = best augmenter tested</a:t>
            </a:r>
          </a:p>
        </p:txBody>
      </p:sp>
      <p:pic>
        <p:nvPicPr>
          <p:cNvPr id="11" name="Picture 10" descr="flux_downstream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160520"/>
            <a:ext cx="6126480" cy="23630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75120" y="3913632"/>
            <a:ext cx="6858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DD3FC"/>
                </a:solidFill>
                <a:latin typeface="Calibri"/>
              </a:rPr>
              <a:t>④ Flux: diverse replicates / vs real</a:t>
            </a:r>
          </a:p>
        </p:txBody>
      </p:sp>
      <p:pic>
        <p:nvPicPr>
          <p:cNvPr id="13" name="Picture 12" descr="flux_synth_diversity_show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4160520"/>
            <a:ext cx="2651760" cy="1430122"/>
          </a:xfrm>
          <a:prstGeom prst="rect">
            <a:avLst/>
          </a:prstGeom>
        </p:spPr>
      </p:pic>
      <p:pic>
        <p:nvPicPr>
          <p:cNvPr id="14" name="Picture 13" descr="flux_vs_real_branch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4160520"/>
            <a:ext cx="2514600" cy="161080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870448"/>
            <a:ext cx="5303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86EFAC"/>
                </a:solidFill>
                <a:latin typeface="Calibri"/>
              </a:rPr>
              <a:t>FLUX best arm @ N=60: </a:t>
            </a:r>
            <a:r>
              <a:rPr sz="1100" b="1">
                <a:solidFill>
                  <a:srgbClr val="E9EAEC"/>
                </a:solidFill>
                <a:latin typeface="Calibri"/>
              </a:rPr>
              <a:t>mean R² 0.458</a:t>
            </a:r>
            <a:r>
              <a:rPr sz="1100" b="0">
                <a:solidFill>
                  <a:srgbClr val="9AA0A6"/>
                </a:solidFill>
                <a:latin typeface="Calibri"/>
              </a:rPr>
              <a:t> &gt; rotation 0.439 &gt; SD1.5-synth 0.418 &gt; real 0.413.  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9EAEC"/>
                </a:solidFill>
                <a:latin typeface="Calibri"/>
              </a:rPr>
              <a:t>Beats rotation on shape-factor (your metric) at every scarcity level.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83680"/>
            <a:ext cx="11612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Calibri"/>
              </a:rPr>
              <a:t>Honest scope: one domain (branching), minimal 256px/2-block config (headroom); downstream gain real but modest.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