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E9EAEC"/>
                </a:solidFill>
                <a:latin typeface="Calibri"/>
              </a:rPr>
              <a:t>Branching augmenter: corrected backbone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86EFAC"/>
                </a:solidFill>
                <a:latin typeface="Calibri"/>
              </a:rPr>
              <a:t>In-domain SD1.5 is the best realism augmenter — Flux does not beat it even fully scaled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9EAEC"/>
                </a:solidFill>
                <a:latin typeface="Calibri"/>
              </a:rPr>
              <a:t>Three findings from a methodology pass (prompted by your feedback):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7DD3FC"/>
                </a:solidFill>
                <a:latin typeface="Calibri"/>
              </a:rPr>
              <a:t>1.  Image realism/CMMD — </a:t>
            </a:r>
            <a:r>
              <a:rPr sz="1400" b="0">
                <a:solidFill>
                  <a:srgbClr val="9AA0A6"/>
                </a:solidFill>
                <a:latin typeface="Calibri"/>
              </a:rPr>
              <a:t>a properly in-domain SD1.5 wins decisively (CMMD 3.4 vs Flux 4.8–8.8), and holds even against Flux's fully-escalated best (bf16, 3× ControlNet capacity).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7DD3FC"/>
                </a:solidFill>
                <a:latin typeface="Calibri"/>
              </a:rPr>
              <a:t>2.  Diversity — </a:t>
            </a:r>
            <a:r>
              <a:rPr sz="1400" b="0">
                <a:solidFill>
                  <a:srgbClr val="9AA0A6"/>
                </a:solidFill>
                <a:latin typeface="Calibri"/>
              </a:rPr>
              <a:t>Flux wins, modestly (0.27 vs 0.25), partly by generating less-coherent structure.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7DD3FC"/>
                </a:solidFill>
                <a:latin typeface="Calibri"/>
              </a:rPr>
              <a:t>3.  Downstream utility (15 seeds) — </a:t>
            </a:r>
            <a:r>
              <a:rPr sz="1400" b="0">
                <a:solidFill>
                  <a:srgbClr val="9AA0A6"/>
                </a:solidFill>
                <a:latin typeface="Calibri"/>
              </a:rPr>
              <a:t>rotation ≈ SD1.5 ≈ Flux; no augmenter significantly beats plain rotation.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076"/>
                </a:solidFill>
                <a:latin typeface="Calibri"/>
              </a:rPr>
              <a:t>Sarthak · 2026-10-07 · branching domain, 410-pair split, 28 held-out test conditions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E9EAEC"/>
                </a:solidFill>
                <a:latin typeface="Calibri"/>
              </a:rPr>
              <a:t>What changed since the last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521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The earlier “Flux beats SD1.5” result did not survive two fixes you flagged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5778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CA5A5"/>
                </a:solidFill>
                <a:latin typeface="Calibri"/>
              </a:rPr>
              <a:t>Prior claim (Sept):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9AA0A6"/>
                </a:solidFill>
                <a:latin typeface="Calibri"/>
              </a:rPr>
              <a:t>“Flux augmenter Pareto-dominates SD1.5 on realism, CMMD, and diversity, and is the best downstream augmenter.”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9AA0A6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CA5A5"/>
                </a:solidFill>
                <a:latin typeface="Calibri"/>
              </a:rPr>
              <a:t>Two problems: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E9EAEC"/>
                </a:solidFill>
                <a:latin typeface="Calibri"/>
              </a:rPr>
              <a:t>•  Baseline was out-of-domain. </a:t>
            </a:r>
            <a:r>
              <a:rPr sz="1350" b="0">
                <a:solidFill>
                  <a:srgbClr val="9AA0A6"/>
                </a:solidFill>
                <a:latin typeface="Calibri"/>
              </a:rPr>
              <a:t>Flux was compared to a generalist SD1.5, not one trained on branching. The branching-specialized SD1.5 is far stronger.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E9EAEC"/>
                </a:solidFill>
                <a:latin typeface="Calibri"/>
              </a:rPr>
              <a:t>•  Downstream was 5-seed noise. </a:t>
            </a:r>
            <a:r>
              <a:rPr sz="1350" b="0">
                <a:solidFill>
                  <a:srgbClr val="9AA0A6"/>
                </a:solidFill>
                <a:latin typeface="Calibri"/>
              </a:rPr>
              <a:t>The “best augmenter” gap (0.019) was ~5–8× smaller than the swing from which conditions get sampled.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86EFAC"/>
                </a:solidFill>
                <a:latin typeface="Calibri"/>
              </a:rPr>
              <a:t>Corrected here: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E9EAEC"/>
                </a:solidFill>
                <a:latin typeface="Calibri"/>
              </a:rPr>
              <a:t>•  Same-split comparison. </a:t>
            </a:r>
            <a:r>
              <a:rPr sz="1350" b="0">
                <a:solidFill>
                  <a:srgbClr val="9AA0A6"/>
                </a:solidFill>
                <a:latin typeface="Calibri"/>
              </a:rPr>
              <a:t>SD1.5 retrained from scratch on the identical 410-pair branching split as Flux; scored identically.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E9EAEC"/>
                </a:solidFill>
                <a:latin typeface="Calibri"/>
              </a:rPr>
              <a:t>•  15-seed downstream. </a:t>
            </a:r>
            <a:r>
              <a:rPr sz="1350" b="0">
                <a:solidFill>
                  <a:srgbClr val="9AA0A6"/>
                </a:solidFill>
                <a:latin typeface="Calibri"/>
              </a:rPr>
              <a:t>Paired across all arms; error bars reported.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E9EAEC"/>
                </a:solidFill>
                <a:latin typeface="Calibri"/>
              </a:rPr>
              <a:t>•  Flux given its best shot. </a:t>
            </a:r>
            <a:r>
              <a:rPr sz="1350" b="0">
                <a:solidFill>
                  <a:srgbClr val="9AA0A6"/>
                </a:solidFill>
                <a:latin typeface="Calibri"/>
              </a:rPr>
              <a:t>Escalated fp8→bf16 base, CN2→CN6 capacity, full 20k-step training — to rule out “Flux was just under-trained.”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9AA0A6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86EFAC"/>
                </a:solidFill>
                <a:latin typeface="Calibri"/>
              </a:rPr>
              <a:t>Net: the headline reverses. Your instinct that SD1.5 “usually did well on branching” was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E9EAEC"/>
                </a:solidFill>
                <a:latin typeface="Calibri"/>
              </a:rPr>
              <a:t>The fair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521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Both backbones see exactly the same data and the same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7DD3FC"/>
                </a:solidFill>
                <a:latin typeface="Calibri"/>
              </a:rPr>
              <a:t>Train:  </a:t>
            </a:r>
            <a:r>
              <a:rPr sz="1400" b="0">
                <a:solidFill>
                  <a:srgbClr val="9AA0A6"/>
                </a:solidFill>
                <a:latin typeface="Calibri"/>
              </a:rPr>
              <a:t>identical 410 replicate-pairs (branching), test conditions excluded from both.  </a:t>
            </a:r>
            <a:r>
              <a:rPr sz="1400" b="1">
                <a:solidFill>
                  <a:srgbClr val="7DD3FC"/>
                </a:solidFill>
                <a:latin typeface="Calibri"/>
              </a:rPr>
              <a:t>Eval:  </a:t>
            </a:r>
            <a:r>
              <a:rPr sz="1400" b="0">
                <a:solidFill>
                  <a:srgbClr val="9AA0A6"/>
                </a:solidFill>
                <a:latin typeface="Calibri"/>
              </a:rPr>
              <a:t>4 samples/source on 28 held-out conditions, scored vs real replicates.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7DD3FC"/>
                </a:solidFill>
                <a:latin typeface="Calibri"/>
              </a:rPr>
              <a:t>Metrics:  </a:t>
            </a:r>
            <a:r>
              <a:rPr sz="1300" b="0">
                <a:solidFill>
                  <a:srgbClr val="9AA0A6"/>
                </a:solidFill>
                <a:latin typeface="Calibri"/>
              </a:rPr>
              <a:t>realism = LPIPS(gen→real-sibling) ÷ real-vs-real floor (lower=better) · CMMD = CLIP distribution distance (lower=better) · diversity = mean pairwise LPIPS among a model's own samples (higher=better).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>
                <a:solidFill>
                  <a:srgbClr val="86EFAC"/>
                </a:solidFill>
                <a:latin typeface="Calibri"/>
              </a:rPr>
              <a:t>Addresses: “it depends how you split train/test” — now it doesn't; the split is shared and fixed.</a:t>
            </a:r>
          </a:p>
        </p:txBody>
      </p:sp>
      <p:pic>
        <p:nvPicPr>
          <p:cNvPr id="6" name="Picture 5" descr="sd15_vs_flux_verify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474720"/>
            <a:ext cx="6345936" cy="2880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1908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076"/>
                </a:solidFill>
                <a:latin typeface="Calibri"/>
              </a:rPr>
              <a:t>Sample conditions by a fixed rule (evenly spaced across sorted test set), not hand-picked — 3 of 28 shown.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E9EAEC"/>
                </a:solidFill>
                <a:latin typeface="Calibri"/>
              </a:rPr>
              <a:t>Image quality: SD1.5 wins, and the win is robust to scaling Flux</a:t>
            </a:r>
          </a:p>
        </p:txBody>
      </p:sp>
      <p:pic>
        <p:nvPicPr>
          <p:cNvPr id="3" name="Picture 2" descr="char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32371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9EAEC"/>
                </a:solidFill>
                <a:latin typeface="Calibri"/>
              </a:rPr>
              <a:t>The escalation ladder: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Each Flux lever (capacity, bf16 base, training) lowers CMMD —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8.78 → 5.53 → 4.84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— approaching but never reaching SD1.5's </a:t>
            </a:r>
            <a:r>
              <a:rPr sz="1300" b="1">
                <a:solidFill>
                  <a:srgbClr val="86EFAC"/>
                </a:solidFill>
                <a:latin typeface="Calibri"/>
              </a:rPr>
              <a:t>3.38</a:t>
            </a:r>
            <a:r>
              <a:rPr sz="1300" b="0">
                <a:solidFill>
                  <a:srgbClr val="9AA0A6"/>
                </a:solidFill>
                <a:latin typeface="Calibri"/>
              </a:rPr>
              <a:t>.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9AA0A6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But realism plateaus at ~0.50, far above SD1.5's </a:t>
            </a:r>
            <a:r>
              <a:rPr sz="1300" b="1">
                <a:solidFill>
                  <a:srgbClr val="86EFAC"/>
                </a:solidFill>
                <a:latin typeface="Calibri"/>
              </a:rPr>
              <a:t>0.324</a:t>
            </a:r>
            <a:r>
              <a:rPr sz="1300" b="0">
                <a:solidFill>
                  <a:srgbClr val="9AA0A6"/>
                </a:solidFill>
                <a:latin typeface="Calibri"/>
              </a:rPr>
              <a:t> (near the real-vs-real floor).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9AA0A6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FCA5A5"/>
                </a:solidFill>
                <a:latin typeface="Calibri"/>
              </a:rPr>
              <a:t>So it's not under-trained Flux — the gap is structural.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076"/>
                </a:solidFill>
                <a:latin typeface="Calibri"/>
              </a:rPr>
              <a:t>Flux bf16/CN6: 48GB GPU, full bf16 base (no quantization loss), 1.4B-param ControlNet, 20k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E9EAEC"/>
                </a:solidFill>
                <a:latin typeface="Calibri"/>
              </a:rPr>
              <a:t>Why — the structure tells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521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Left→right: Flux improves with every lever, but SD1.5 keeps the fullest branches</a:t>
            </a:r>
          </a:p>
        </p:txBody>
      </p:sp>
      <p:pic>
        <p:nvPicPr>
          <p:cNvPr id="4" name="Picture 3" descr="flux_escalatio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1234440"/>
            <a:ext cx="9052560" cy="4800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08192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86EFAC"/>
                </a:solidFill>
                <a:latin typeface="Calibri"/>
              </a:rPr>
              <a:t>SD1.5 </a:t>
            </a:r>
            <a:r>
              <a:rPr sz="1250" b="0">
                <a:solidFill>
                  <a:srgbClr val="9AA0A6"/>
                </a:solidFill>
                <a:latin typeface="Calibri"/>
              </a:rPr>
              <a:t>= most complete dendritic structure (slightly over-bright).  </a:t>
            </a:r>
            <a:r>
              <a:rPr sz="1250" b="1">
                <a:solidFill>
                  <a:srgbClr val="7DD3FC"/>
                </a:solidFill>
                <a:latin typeface="Calibri"/>
              </a:rPr>
              <a:t>Flux pilot→scaled→bf16 </a:t>
            </a:r>
            <a:r>
              <a:rPr sz="1250" b="0">
                <a:solidFill>
                  <a:srgbClr val="9AA0A6"/>
                </a:solidFill>
                <a:latin typeface="Calibri"/>
              </a:rPr>
              <a:t>= steadily crisper and color closer to real, but branches stay fainter/less complete — the realism deficit.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E9EAEC"/>
                </a:solidFill>
                <a:latin typeface="Calibri"/>
              </a:rPr>
              <a:t>Downstream utility: no augmenter beats plain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521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0A6"/>
                </a:solidFill>
                <a:latin typeface="Calibri"/>
              </a:rPr>
              <a:t>Predicting colony morphology under scarcity — 15 seeds, paired, ±SEM</a:t>
            </a:r>
          </a:p>
        </p:txBody>
      </p:sp>
      <p:pic>
        <p:nvPicPr>
          <p:cNvPr id="4" name="Picture 3" descr="chart_down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223760" cy="3890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8404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9EAEC"/>
                </a:solidFill>
                <a:latin typeface="Calibri"/>
              </a:rPr>
              <a:t>Every augmenter helps over real-only,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9AA0A6"/>
                </a:solidFill>
                <a:latin typeface="Calibri"/>
              </a:rPr>
              <a:t>but rotation is as good as either generative model — all within error bars.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9AA0A6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7DD3FC"/>
                </a:solidFill>
                <a:latin typeface="Calibri"/>
              </a:rPr>
              <a:t>Answers: “does it depend which conditions you pick?”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FCA5A5"/>
                </a:solidFill>
                <a:latin typeface="Calibri"/>
              </a:rPr>
              <a:t>Yes — strongly. </a:t>
            </a:r>
            <a:r>
              <a:rPr sz="1350" b="0">
                <a:solidFill>
                  <a:srgbClr val="9AA0A6"/>
                </a:solidFill>
                <a:latin typeface="Calibri"/>
              </a:rPr>
              <a:t>A single arm's R² swings ~0.10–0.17 across condition draws, while the best augmenter-vs-rotation gap is ~0.02. Condition choice dominates; that's why 5 seeds misled.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9AA0A6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0A6"/>
                </a:solidFill>
                <a:latin typeface="Calibri"/>
              </a:rPr>
              <a:t>The earlier “Flux = best augmenter @0.458” regressed to 0.431 at 15 seeds; rotation held at 0.443.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521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E9EAEC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86EFAC"/>
                </a:solidFill>
                <a:latin typeface="Calibri"/>
              </a:rPr>
              <a:t>Bottom line:</a:t>
            </a:r>
          </a:p>
          <a:p>
            <a:pPr algn="l">
              <a:spcAft>
                <a:spcPts val="300"/>
              </a:spcAft>
            </a:pPr>
            <a:r>
              <a:rPr sz="1450" b="0">
                <a:solidFill>
                  <a:srgbClr val="9AA0A6"/>
                </a:solidFill>
                <a:latin typeface="Calibri"/>
              </a:rPr>
              <a:t>•  For branching, a </a:t>
            </a:r>
            <a:r>
              <a:rPr sz="1450" b="1">
                <a:solidFill>
                  <a:srgbClr val="E9EAEC"/>
                </a:solidFill>
                <a:latin typeface="Calibri"/>
              </a:rPr>
              <a:t>branching-specialized SD1.5 is the better augmenter</a:t>
            </a:r>
            <a:r>
              <a:rPr sz="1450" b="0">
                <a:solidFill>
                  <a:srgbClr val="9AA0A6"/>
                </a:solidFill>
                <a:latin typeface="Calibri"/>
              </a:rPr>
              <a:t> — most realistic, and rotation already covers the downstream gain.</a:t>
            </a:r>
          </a:p>
          <a:p>
            <a:pPr algn="l">
              <a:spcAft>
                <a:spcPts val="300"/>
              </a:spcAft>
            </a:pPr>
            <a:r>
              <a:rPr sz="1450" b="0">
                <a:solidFill>
                  <a:srgbClr val="9AA0A6"/>
                </a:solidFill>
                <a:latin typeface="Calibri"/>
              </a:rPr>
              <a:t>•  Flux's advantage is </a:t>
            </a:r>
            <a:r>
              <a:rPr sz="1450" b="1">
                <a:solidFill>
                  <a:srgbClr val="E9EAEC"/>
                </a:solidFill>
                <a:latin typeface="Calibri"/>
              </a:rPr>
              <a:t>diversity only</a:t>
            </a:r>
            <a:r>
              <a:rPr sz="1450" b="0">
                <a:solidFill>
                  <a:srgbClr val="9AA0A6"/>
                </a:solidFill>
                <a:latin typeface="Calibri"/>
              </a:rPr>
              <a:t>, and it costs realism; scaling narrows but does not close the gap.</a:t>
            </a:r>
          </a:p>
          <a:p>
            <a:pPr algn="l">
              <a:spcAft>
                <a:spcPts val="300"/>
              </a:spcAft>
            </a:pPr>
            <a:r>
              <a:rPr sz="1450" b="0">
                <a:solidFill>
                  <a:srgbClr val="9AA0A6"/>
                </a:solidFill>
                <a:latin typeface="Calibri"/>
              </a:rPr>
              <a:t>•  The contribution is the </a:t>
            </a:r>
            <a:r>
              <a:rPr sz="1450" b="1">
                <a:solidFill>
                  <a:srgbClr val="E9EAEC"/>
                </a:solidFill>
                <a:latin typeface="Calibri"/>
              </a:rPr>
              <a:t>evaluation that caught the artifact</a:t>
            </a:r>
            <a:r>
              <a:rPr sz="1450" b="0">
                <a:solidFill>
                  <a:srgbClr val="9AA0A6"/>
                </a:solidFill>
                <a:latin typeface="Calibri"/>
              </a:rPr>
              <a:t>: in-domain baselines, condition-subset sensitivity, a capacity/precision escalation to rule out under-training.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7DD3FC"/>
                </a:solidFill>
                <a:latin typeface="Calibri"/>
              </a:rPr>
              <a:t>Open / proposed: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E9EAEC"/>
                </a:solidFill>
                <a:latin typeface="Calibri"/>
              </a:rPr>
              <a:t>•  Your bio-oriented metrics </a:t>
            </a:r>
            <a:r>
              <a:rPr sz="1400" b="0">
                <a:solidFill>
                  <a:srgbClr val="9AA0A6"/>
                </a:solidFill>
                <a:latin typeface="Calibri"/>
              </a:rPr>
              <a:t>as the downstream tiebreaker — colony-feature R² may miss biology that a domain metric would catch.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E9EAEC"/>
                </a:solidFill>
                <a:latin typeface="Calibri"/>
              </a:rPr>
              <a:t>•  Validate the multiplexed (cell-like) domain, </a:t>
            </a:r>
            <a:r>
              <a:rPr sz="1400" b="0">
                <a:solidFill>
                  <a:srgbClr val="9AA0A6"/>
                </a:solidFill>
                <a:latin typeface="Calibri"/>
              </a:rPr>
              <a:t>where the backbone verdict flipped before (PixCell CMMD 5.8 &lt; SD1.5 12.6).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E9EAEC"/>
                </a:solidFill>
                <a:latin typeface="Calibri"/>
              </a:rPr>
              <a:t>•  If diversity is the goal, </a:t>
            </a:r>
            <a:r>
              <a:rPr sz="1400" b="0">
                <a:solidFill>
                  <a:srgbClr val="9AA0A6"/>
                </a:solidFill>
                <a:latin typeface="Calibri"/>
              </a:rPr>
              <a:t>training-time conditioning-dropout on SD1.5 may buy it without Flux's realism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