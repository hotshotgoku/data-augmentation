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since the last deck. Covers: the data search, staging + fine-tuning the Rattray P. aeruginosa dataset, methodology (freezing, epoch curve, Bayesian optimization), the broadening experiment on all of SwarmEvo, and the resulting data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update is the next step of that plan: find and use more real data. The 2-species result is the proof that adaptation works; now we test it on a second real dataset and on broadening.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ranked list + citations/licenses saved in Open_Source_Datasets_for_Augmenter.md. Rattray is the only external set that provides true same-species replicate PAIRS (what the ControlNet trains 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Modest but real: 2.18x -&gt; 1.69x baseline. Gain smaller than 2-species (1.16x) because the base was already partly OK on Rattray and the public copy is 256px-downsampled. Confirms adaptation works on a second real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run seeded + logged (manifest + git SHA + Weights &amp; Biases). The freezing reversal is a genuine methodology note: freeze depth should scale with how far the target is from the base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ALL the data (no subsampling) via a two-stage design so nothing was drowned. Result is clear: more OFF-morphology data doesn't help this target — it slightly hurts. Consistent with the in-distribution-only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reframes 'more data = better': true for on-target data, false for off-morphology data even at 47k pairs. It tells us exactly where to invest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code + results on branch sa603/experiment-tracking-and-sweeps; datasets doc + memory updated. Recommendation: pursue target-domain data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LAB  ·  DATA-AUGMENTATION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the augmenter's training data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update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more replicate data, fine-tuning on a new P. aeruginosa dataset, and what broadening the data does — and doesn't — do.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 ·  progress update  ·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WHERE WE WERE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adapts to new data via fine-tuning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last update: the augmenter is realistic in-distribution but fails out-of-distribution (imposes its trained pattern).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the new domain FIXES it — on the 2-species set, realism went 2.5× → 1.16× the real-vs-real baseline.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plan became: get MORE real replicate data + adapt the model to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63640" y="2331720"/>
            <a:ext cx="5394960" cy="3136392"/>
          </a:xfrm>
          <a:prstGeom prst="roundRect">
            <a:avLst>
              <a:gd name="adj" fmla="val 1458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pic>
        <p:nvPicPr>
          <p:cNvPr id="6" name="Image 0" descr="/Users/sarthak/Downloads/You Lab Research/model_results/deck_assets/fig_finetu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2377440"/>
            <a:ext cx="5303520" cy="30449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54681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result (2-species): before → after fine-tuning → real target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replicate data of our morphology is scarce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three verified search passes across Zenodo, figshare, Dryad, BioImage Archive, IDR, Kaggle, Mendeley, HuggingFace and paper supplements.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open datasets with our dendritic/branching morphology and real replicates barely exist.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real SAME-SPECIES replicate set found: GaTech Rattray-2023 — P. aeruginosa colonies, ~77 strains × 4 biological replicates, background-removed, ~256px. Staged + documented.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other open 'microbial spatial growth' data is off-morphology (swarms, biofilms, fungi) or behind sign-up walls.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3949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untapped lever is our own internal P. aeruginosa branching data — no open substitute exists.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NEW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Rattray adapts to the target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02082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2.18× → 1.69×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243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vs real-replicate baseline (1.0× = ideal)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32186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same-species adaptation.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202082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 → 226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0" y="26243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on held-out Rattray (lower = better)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test: 13 strains reserved, zero leakage.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imposes a radial pattern; the fine-tuned model produces compact colonies matching the real replicates.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4114800" cy="4114800"/>
          </a:xfrm>
          <a:prstGeom prst="roundRect">
            <a:avLst>
              <a:gd name="adj" fmla="val 1111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pic>
        <p:nvPicPr>
          <p:cNvPr id="13" name="Image 0" descr="/Users/sarthak/Downloads/You Lab Research/model_results/rattray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783080"/>
            <a:ext cx="4023360" cy="40233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37960" y="58704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| baseline | fine-tuned | real sibling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RIGOR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tuned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938528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1920240"/>
            <a:ext cx="6492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strains reserved (zero leakage); metric = realism_vs_sibling ÷ real-vs-real baseline.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62656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freezing REVERSED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2944368"/>
            <a:ext cx="6492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beat freezing here — freezing helps for a LARGE domain shift (2-species) but hurts NEAR-domain (Rattray).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7705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98678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curve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968496"/>
            <a:ext cx="6492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≈ epoch 3; more epochs don't help (mild overfit after).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0118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5010912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4992624"/>
            <a:ext cx="6492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Optuna/TPE search (lr × freeze × epochs × control) — confirmed the optimum region efficiently; reusable for bigger sweeps.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DOES MORE DATA HELP?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Broadening on all of SwarmEvo did not help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Broadened the base on ALL 47,625 SwarmEvo pairs (every frame, 81 colonies), then fine-tuned on Rattray. Scored on the held-out Rattray test (lower = better):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6888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Rattray-only (direct fine-tune)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1.69× realism  —  best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18688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65576"/>
            <a:ext cx="164592" cy="164592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21868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→ Rattray (all 47.6k SwarmEvo)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52160" y="321868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1.82× realism  —  worse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215384"/>
            <a:ext cx="164592" cy="164592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96849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Broadened base alone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852160" y="3968496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1.92× realism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718304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965192"/>
            <a:ext cx="164592" cy="164592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71830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 fine-tune)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852160" y="4718304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2.18× realism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buNone/>
            </a:pPr>
            <a:r>
              <a:rPr lang="en-US" sz="1350" i="1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SwarmEvo is a different organism/morphology (Enterobacter swarm) — broadening shifts the base away from the P. aeruginosa target faster than fine-tuning recovers it.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LESSON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helps — only if it's on-target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augmenter is faithful only in-distribution (now confirmed four independent ways):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6888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target species (2-species, Rattray)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→ adapts to the new data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18688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65576"/>
            <a:ext cx="164592" cy="164592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21868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Inference-parameter tuning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52160" y="321868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 on the OOD failure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215384"/>
            <a:ext cx="164592" cy="164592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96849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sim→exp augmentation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852160" y="3968496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injection hurts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718304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965192"/>
            <a:ext cx="164592" cy="164592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71830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Broadening on off-morphology data (SwarmEvo)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852160" y="4718304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help — slightly hurts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productive expansion is TARGET-DOMAIN data (more P. aeruginosa colonies) — not volume of distant data.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more target-domain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EMBO / Luo P. aeruginosa branching replicates — exact morphology, real replicates, lab-owned. The 'more data' that should actually help.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Full-resolution Rattray from the authors (public copy is 256px-downsampled).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off on more distant open datasets — evidence says they won't help.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73736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you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46888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get the raw full-res EMBO/Luo branching replicate images (via Nan Luo)?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emailing the Rattray authors for full-resolution originals?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'efficient adaptation to a new dataset' the right near-term goal to present?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2026-09-04T16:18:57Z</dcterms:created>
  <dcterms:modified xsi:type="dcterms:W3CDTF">2026-09-04T16:18:57Z</dcterms:modified>
</cp:coreProperties>
</file>